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graphicFrame>
        <p:nvGraphicFramePr>
          <p:cNvPr id="2" name="Table 2"/>
          <p:cNvGraphicFramePr/>
          <p:nvPr/>
        </p:nvGraphicFramePr>
        <p:xfrm>
          <a:off x="0" y="0"/>
          <a:ext cx="6096000" cy="1828800"/>
        </p:xfrm>
        <a:graphic>
          <a:graphicData uri="http://schemas.openxmlformats.org/drawingml/2006/table">
            <a:tbl>
              <a:tblGrid>
                <a:gridCol w="2880"/>
                <a:gridCol w="2880"/>
              </a:tblGrid>
              <a:tr h="370840">
                <a:tc gridSpan="2">
                  <a:txBody>
                    <a:bodyPr/>
                    <a:lstStyle/>
                    <a:p>
                      <a:r>
                        <a:t>客户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