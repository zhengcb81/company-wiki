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return calculation has not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Efficiency depends on workload mix, token usage and silicon price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Company launched a new product and expanded overseas production capacity.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8288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 income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67890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27432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New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Company launched a new product and expanded overseas production capacity.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return calculation has not changed</a:t>
            </a:r>
          </a:p>
          <a:p>
            <a:r>
              <a:t>Efficiency depends on workload mix, token usage and silicon price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Company launched a new product and expanded overseas production capacity.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